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3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3063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WEBSITE  </a:t>
            </a:r>
            <a:br>
              <a:rPr lang="en-US" sz="7200" dirty="0"/>
            </a:br>
            <a:r>
              <a:rPr lang="en-US" sz="7200" dirty="0"/>
              <a:t>KOPEHOT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ui-sans-serif"/>
              </a:rPr>
              <a:t>Guaño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Julyam Mari M.</a:t>
            </a:r>
          </a:p>
          <a:p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WBDV111 BSIT1-Y2-5</a:t>
            </a:r>
          </a:p>
          <a:p>
            <a:r>
              <a:rPr lang="en-US" sz="2000" dirty="0">
                <a:solidFill>
                  <a:srgbClr val="FFFF00"/>
                </a:solidFill>
                <a:effectLst/>
                <a:latin typeface="ui-sans-serif"/>
              </a:rPr>
              <a:t>2026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6461-AA32-43CE-99DA-5385C784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79928"/>
            <a:ext cx="10353762" cy="5011271"/>
          </a:xfrm>
        </p:spPr>
        <p:txBody>
          <a:bodyPr/>
          <a:lstStyle/>
          <a:p>
            <a:r>
              <a:rPr lang="en-US" dirty="0"/>
              <a:t>PANIMULA</a:t>
            </a:r>
          </a:p>
        </p:txBody>
      </p:sp>
    </p:spTree>
    <p:extLst>
      <p:ext uri="{BB962C8B-B14F-4D97-AF65-F5344CB8AC3E}">
        <p14:creationId xmlns:p14="http://schemas.microsoft.com/office/powerpoint/2010/main" val="27070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893F-1527-4AA2-98BC-D67B80447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699247"/>
            <a:ext cx="9440034" cy="788894"/>
          </a:xfrm>
        </p:spPr>
        <p:txBody>
          <a:bodyPr>
            <a:normAutofit fontScale="90000"/>
          </a:bodyPr>
          <a:lstStyle/>
          <a:p>
            <a:r>
              <a:rPr lang="en-US" dirty="0"/>
              <a:t>1.2 Objectives to be Achieved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2DCF7-03C0-433A-A9D9-91638F7ED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667435"/>
            <a:ext cx="9440034" cy="3155921"/>
          </a:xfrm>
        </p:spPr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Coffee lovers and avid drinkers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Students and working professionals Residents and visitors of the area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People looking for a place to relax or gather 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They value comfort, clear communication, and warm hospitality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1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E785-B283-4EC4-B3F2-1A93C1608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29" y="457199"/>
            <a:ext cx="11223812" cy="1281953"/>
          </a:xfrm>
        </p:spPr>
        <p:txBody>
          <a:bodyPr>
            <a:normAutofit fontScale="90000"/>
          </a:bodyPr>
          <a:lstStyle/>
          <a:p>
            <a:r>
              <a:rPr lang="en-US" dirty="0"/>
              <a:t>1.3 Project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75A0-2875-40A0-9BB0-8D32F8818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813" y="1174376"/>
            <a:ext cx="9295690" cy="537020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Develop a functional and well-designed website that showcases </a:t>
            </a:r>
            <a:r>
              <a:rPr lang="en-US" sz="2400" dirty="0" err="1">
                <a:solidFill>
                  <a:srgbClr val="FFFF00"/>
                </a:solidFill>
              </a:rPr>
              <a:t>Kapehot’s</a:t>
            </a:r>
            <a:r>
              <a:rPr lang="en-US" sz="2400" dirty="0">
                <a:solidFill>
                  <a:srgbClr val="FFFF00"/>
                </a:solidFill>
              </a:rPr>
              <a:t> character and offerings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Provide easy access to important details: store history, services, menu, and contact information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Create a design that reflects the warm, classic, and inviting atmosphere of the coffee shop</a:t>
            </a:r>
          </a:p>
        </p:txBody>
      </p:sp>
    </p:spTree>
    <p:extLst>
      <p:ext uri="{BB962C8B-B14F-4D97-AF65-F5344CB8AC3E}">
        <p14:creationId xmlns:p14="http://schemas.microsoft.com/office/powerpoint/2010/main" val="376347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975E-7D0E-4FDF-BBB7-082F3D276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264023"/>
            <a:ext cx="9440034" cy="4858871"/>
          </a:xfrm>
        </p:spPr>
        <p:txBody>
          <a:bodyPr>
            <a:normAutofit/>
          </a:bodyPr>
          <a:lstStyle/>
          <a:p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Home Page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 Menu Page 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About Us Page 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Contact Us Page</a:t>
            </a:r>
            <a:endParaRPr lang="en-US" sz="72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CADF9-F066-4FF6-9DB3-E9FC34524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5823" y="851648"/>
            <a:ext cx="9440034" cy="98612"/>
          </a:xfrm>
        </p:spPr>
        <p:txBody>
          <a:bodyPr>
            <a:noAutofit/>
          </a:bodyPr>
          <a:lstStyle/>
          <a:p>
            <a:r>
              <a:rPr lang="en-US" sz="4000" dirty="0"/>
              <a:t>GENERAL VIEW OF WEBSITE PAGES</a:t>
            </a:r>
          </a:p>
        </p:txBody>
      </p:sp>
    </p:spTree>
    <p:extLst>
      <p:ext uri="{BB962C8B-B14F-4D97-AF65-F5344CB8AC3E}">
        <p14:creationId xmlns:p14="http://schemas.microsoft.com/office/powerpoint/2010/main" val="327427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132D-6B9E-4702-8100-D7012179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268" y="4661647"/>
            <a:ext cx="10021463" cy="856130"/>
          </a:xfrm>
        </p:spPr>
        <p:txBody>
          <a:bodyPr>
            <a:normAutofit fontScale="90000"/>
          </a:bodyPr>
          <a:lstStyle/>
          <a:p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Shop name "</a:t>
            </a:r>
            <a:r>
              <a:rPr lang="en-US" sz="2200" b="0" i="0" dirty="0" err="1">
                <a:solidFill>
                  <a:srgbClr val="FFFF00"/>
                </a:solidFill>
                <a:effectLst/>
                <a:latin typeface="ui-sans-serif"/>
              </a:rPr>
              <a:t>Kapehot</a:t>
            </a: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" displayed at the top left corner</a:t>
            </a:r>
            <a:b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 Navigation bar: Home | Menu | About | Contact</a:t>
            </a:r>
            <a:b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 Main headline: "Wake Up Your 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Morning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" Short description: "Taste the richness of pure Barako and premium coffee blends.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" Call‑to‑action button: "Order Now“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Color scheme: Dark brown for the header and grey for the main section — reflecting warmth and comfort</a:t>
            </a:r>
            <a:endParaRPr lang="en-US" sz="20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0CADD-B304-418C-9BCA-4813F22A9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76" y="338978"/>
            <a:ext cx="9384946" cy="3714750"/>
          </a:xfrm>
        </p:spPr>
      </p:pic>
    </p:spTree>
    <p:extLst>
      <p:ext uri="{BB962C8B-B14F-4D97-AF65-F5344CB8AC3E}">
        <p14:creationId xmlns:p14="http://schemas.microsoft.com/office/powerpoint/2010/main" val="394520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5091-7AD7-4827-BBC8-1736E783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02" y="3863787"/>
            <a:ext cx="10353762" cy="2890011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Our Most Popular Drinks</a:t>
            </a:r>
            <a:br>
              <a:rPr lang="en-US" sz="2700" dirty="0"/>
            </a:br>
            <a:r>
              <a:rPr lang="en-US" sz="2700" dirty="0"/>
              <a:t>Pictures, names, and prices of: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Brewed Coffee – ₱120.00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 Spanish Latte – ₱160.00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 Iced Americano – ₱130.00</a:t>
            </a:r>
            <a:br>
              <a:rPr lang="en-US" dirty="0"/>
            </a:br>
            <a:endParaRPr lang="en-US" sz="20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356BE-C63D-46CF-BE21-20286151B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2" y="273409"/>
            <a:ext cx="10143285" cy="3322573"/>
          </a:xfrm>
        </p:spPr>
      </p:pic>
    </p:spTree>
    <p:extLst>
      <p:ext uri="{BB962C8B-B14F-4D97-AF65-F5344CB8AC3E}">
        <p14:creationId xmlns:p14="http://schemas.microsoft.com/office/powerpoint/2010/main" val="381240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BD5B-48DC-4BB5-A05A-B4C0DD7B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85" y="4554070"/>
            <a:ext cx="10353762" cy="1257300"/>
          </a:xfrm>
        </p:spPr>
        <p:txBody>
          <a:bodyPr>
            <a:normAutofit/>
          </a:bodyPr>
          <a:lstStyle/>
          <a:p>
            <a:br>
              <a:rPr lang="en-US" sz="1000" dirty="0">
                <a:solidFill>
                  <a:srgbClr val="FFFF00"/>
                </a:solidFill>
              </a:rPr>
            </a:br>
            <a:r>
              <a:rPr lang="en-US" sz="24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The Story of </a:t>
            </a:r>
            <a:r>
              <a:rPr lang="en-US" sz="24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Kapehot</a:t>
            </a:r>
            <a:r>
              <a:rPr lang="en-US" sz="24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: “It Started with a Simple Dream to Provide Quality Coffee” From the Farm to Your Cup</a:t>
            </a:r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D30AB-6DD9-4F63-8813-4D7D18591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1" y="552449"/>
            <a:ext cx="10033470" cy="4512609"/>
          </a:xfrm>
        </p:spPr>
      </p:pic>
    </p:spTree>
    <p:extLst>
      <p:ext uri="{BB962C8B-B14F-4D97-AF65-F5344CB8AC3E}">
        <p14:creationId xmlns:p14="http://schemas.microsoft.com/office/powerpoint/2010/main" val="147011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479346-D901-4A7A-BB1E-DBD56441A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930" y="597329"/>
            <a:ext cx="7862047" cy="2578419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20E581C-7EFC-4E9A-8479-27050523F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60579" y="3771900"/>
            <a:ext cx="4982785" cy="126702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 Page Title Contact Us" Physical Location: 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📍 Valenzuela, Metro Manila 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 Phone Number:📞 0945‑729‑3389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Footage: © 2025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Kapehot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Coffee Shop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0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A552-762C-4ACB-964D-303D86E1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977" y="3429000"/>
            <a:ext cx="9590550" cy="1828813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Horizontal bar at the top of each page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Direct links: Home | Menu | About Us | Contact Us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Remains visible as the page scrolls down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Easy to understand and use for all visitors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7B50-E1E1-462F-87DE-1BB55039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977" y="427573"/>
            <a:ext cx="9590550" cy="1333494"/>
          </a:xfrm>
        </p:spPr>
        <p:txBody>
          <a:bodyPr>
            <a:normAutofit/>
          </a:bodyPr>
          <a:lstStyle/>
          <a:p>
            <a:r>
              <a:rPr lang="en-US" sz="4000" dirty="0"/>
              <a:t>DISENYO AND ESTILO</a:t>
            </a:r>
          </a:p>
        </p:txBody>
      </p:sp>
    </p:spTree>
    <p:extLst>
      <p:ext uri="{BB962C8B-B14F-4D97-AF65-F5344CB8AC3E}">
        <p14:creationId xmlns:p14="http://schemas.microsoft.com/office/powerpoint/2010/main" val="411837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3C2A-A46C-4714-9B32-85D52D2B5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4709568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 TO MY TEACHERS, PANELISTS, and EVERYONE WHO SUPPORTED THIS PROJECT</a:t>
            </a:r>
            <a:br>
              <a:rPr lang="en-US" dirty="0"/>
            </a:br>
            <a:r>
              <a:rPr lang="en-US" dirty="0"/>
              <a:t>Prof: Mr. Mark Anthony </a:t>
            </a:r>
            <a:r>
              <a:rPr lang="en-US" dirty="0" err="1"/>
              <a:t>Ureta</a:t>
            </a:r>
            <a:br>
              <a:rPr lang="en-US" dirty="0"/>
            </a:br>
            <a:r>
              <a:rPr lang="en-US" dirty="0"/>
              <a:t>Prof: Ms. Mary Joyce Del Mundo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6F6ED-F73B-426C-B864-F7AFA2047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566" y="559950"/>
            <a:ext cx="9440034" cy="2869050"/>
          </a:xfrm>
        </p:spPr>
        <p:txBody>
          <a:bodyPr>
            <a:normAutofit/>
          </a:bodyPr>
          <a:lstStyle/>
          <a:p>
            <a:r>
              <a:rPr lang="en-US" sz="4000" dirty="0"/>
              <a:t>BY: </a:t>
            </a:r>
            <a:r>
              <a:rPr lang="en-US" sz="4000" dirty="0" err="1"/>
              <a:t>Guaño</a:t>
            </a:r>
            <a:r>
              <a:rPr lang="en-US" sz="4000" dirty="0"/>
              <a:t> | WBDV111 BSIT1-Y2-5</a:t>
            </a:r>
          </a:p>
        </p:txBody>
      </p:sp>
    </p:spTree>
    <p:extLst>
      <p:ext uri="{BB962C8B-B14F-4D97-AF65-F5344CB8AC3E}">
        <p14:creationId xmlns:p14="http://schemas.microsoft.com/office/powerpoint/2010/main" val="2321062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{2F41826F-6002-46E2-B0CB-DD50B586B36D}TFe887d8cf-77a9-48cd-9a74-d8d08097a61c3993dec7_win32-329aa78f548b</Template>
  <TotalTime>160</TotalTime>
  <Words>380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Goudy Old Style</vt:lpstr>
      <vt:lpstr>inherit</vt:lpstr>
      <vt:lpstr>ui-sans-serif</vt:lpstr>
      <vt:lpstr>Wingdings 2</vt:lpstr>
      <vt:lpstr>SlateVTI</vt:lpstr>
      <vt:lpstr>WEBSITE   KOPEHOT </vt:lpstr>
      <vt:lpstr>PANIMULA</vt:lpstr>
      <vt:lpstr>1.2 Objectives to be Achieved</vt:lpstr>
      <vt:lpstr>1.3 Project Objectives </vt:lpstr>
      <vt:lpstr>Home Page  Menu Page  About Us Page  Contact Us Page</vt:lpstr>
      <vt:lpstr>Shop name "Kapehot" displayed at the top left corner  Navigation bar: Home | Menu | About | Contact  Main headline: "Wake Up Your Morning " Short description: "Taste the richness of pure Barako and premium coffee blends. " Call‑to‑action button: "Order Now“  Color scheme: Dark brown for the header and grey for the main section — reflecting warmth and comfort</vt:lpstr>
      <vt:lpstr>Our Most Popular Drinks Pictures, names, and prices of:  Brewed Coffee – ₱120.00   Spanish Latte – ₱160.00   Iced Americano – ₱130.00 </vt:lpstr>
      <vt:lpstr> The Story of Kapehot: “It Started with a Simple Dream to Provide Quality Coffee” From the Farm to Your Cup</vt:lpstr>
      <vt:lpstr>    Page Title Contact Us" Physical Location:   📍 Valenzuela, Metro Manila      Phone Number:📞 0945‑729‑3389    Footage: © 2025 Kapehot Coffee Shop  </vt:lpstr>
      <vt:lpstr>Horizontal bar at the top of each page  Direct links: Home | Menu | About Us | Contact Us  Remains visible as the page scrolls down  Easy to understand and use for all visitors</vt:lpstr>
      <vt:lpstr>THANK YOU TO MY TEACHERS, PANELISTS, and EVERYONE WHO SUPPORTED THIS PROJECT Prof: Mr. Mark Anthony Ureta Prof: Ms. Mary Joyce Del Mundo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  KOPEHOT</dc:title>
  <dc:creator>Julyam Mari Guano</dc:creator>
  <cp:lastModifiedBy>Julyam Mari Guano</cp:lastModifiedBy>
  <cp:revision>9</cp:revision>
  <dcterms:created xsi:type="dcterms:W3CDTF">2026-05-02T03:05:16Z</dcterms:created>
  <dcterms:modified xsi:type="dcterms:W3CDTF">2026-05-05T02:13:03Z</dcterms:modified>
</cp:coreProperties>
</file>